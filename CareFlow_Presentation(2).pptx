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abQhQXOInMiMq7FjB9Yeaz83v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161AEC-1C63-4389-9E64-33DA42583FA1}">
  <a:tblStyle styleId="{EC161AEC-1C63-4389-9E64-33DA42583FA1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2EE"/>
          </a:solidFill>
        </a:fill>
      </a:tcStyle>
    </a:wholeTbl>
    <a:band1H>
      <a:tcTxStyle/>
      <a:tcStyle>
        <a:fill>
          <a:solidFill>
            <a:srgbClr val="E0E5DB"/>
          </a:solidFill>
        </a:fill>
      </a:tcStyle>
    </a:band1H>
    <a:band2H>
      <a:tcTxStyle/>
    </a:band2H>
    <a:band1V>
      <a:tcTxStyle/>
      <a:tcStyle>
        <a:fill>
          <a:solidFill>
            <a:srgbClr val="E0E5DB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dk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" name="Google Shape;27;p9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" name="Google Shape;28;p9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5" name="Google Shape;35;p10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" name="Google Shape;36;p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7" name="Google Shape;37;p10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b="0" sz="440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2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3" type="body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4" type="body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b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cap="sq" cmpd="dbl" w="508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82875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16"/>
          <p:cNvSpPr/>
          <p:nvPr/>
        </p:nvSpPr>
        <p:spPr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b="0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/>
          <p:nvPr/>
        </p:nvSpPr>
        <p:spPr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0" y="4667249"/>
            <a:ext cx="1447800" cy="663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/>
          <p:nvPr>
            <p:ph idx="2" type="pic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E0E5DB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 rot="5400000">
            <a:off x="2426208" y="-213360"/>
            <a:ext cx="4526280" cy="8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 rot="5400000">
            <a:off x="4823619" y="2339182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0" type="dt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1" type="ftr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/>
          <p:nvPr/>
        </p:nvSpPr>
        <p:spPr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69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7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7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15;p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7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title"/>
          </p:nvPr>
        </p:nvSpPr>
        <p:spPr>
          <a:xfrm>
            <a:off x="972058" y="274653"/>
            <a:ext cx="8452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75" lIns="102950" spcFirstLastPara="1" rIns="102950" wrap="square" tIns="514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wentieth Century"/>
              <a:buNone/>
            </a:pPr>
            <a:r>
              <a:rPr lang="en-US" sz="4504"/>
              <a:t>TRACK III – Hackathon | Team Profile</a:t>
            </a:r>
            <a:endParaRPr sz="4504"/>
          </a:p>
        </p:txBody>
      </p:sp>
      <p:sp>
        <p:nvSpPr>
          <p:cNvPr id="106" name="Google Shape;106;p1"/>
          <p:cNvSpPr/>
          <p:nvPr/>
        </p:nvSpPr>
        <p:spPr>
          <a:xfrm>
            <a:off x="2286000" y="2551837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457200" y="274650"/>
            <a:ext cx="7327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02950" lIns="102950" spcFirstLastPara="1" rIns="102950" wrap="square" tIns="514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Twentieth Century"/>
              <a:buNone/>
            </a:pPr>
            <a:r>
              <a:t/>
            </a:r>
            <a:endParaRPr b="0" i="0" sz="3049" u="none" cap="none" strike="noStrik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7720" y="1451431"/>
            <a:ext cx="63457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109" name="Google Shape;109;p1"/>
          <p:cNvGraphicFramePr/>
          <p:nvPr/>
        </p:nvGraphicFramePr>
        <p:xfrm>
          <a:off x="738489" y="12869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{EC161AEC-1C63-4389-9E64-33DA42583FA1}</a:tableStyleId>
              </a:tblPr>
              <a:tblGrid>
                <a:gridCol w="2453750"/>
                <a:gridCol w="2513625"/>
                <a:gridCol w="2699650"/>
              </a:tblGrid>
              <a:tr h="36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Name</a:t>
                      </a:r>
                      <a:r>
                        <a:rPr lang="en-US" sz="1800"/>
                        <a:t>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Faculty / Year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Role in the Team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0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Gayathrisree 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Computer</a:t>
                      </a:r>
                      <a:r>
                        <a:rPr lang="en-US" sz="1800"/>
                        <a:t> Science, II UG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Team Lead, Presentation&amp;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Coordination</a:t>
                      </a:r>
                      <a:endParaRPr sz="1700"/>
                    </a:p>
                  </a:txBody>
                  <a:tcPr marT="45725" marB="45725" marR="91450" marL="91450"/>
                </a:tc>
              </a:tr>
              <a:tr h="90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Mathimithra</a:t>
                      </a:r>
                      <a:r>
                        <a:rPr lang="en-US" sz="1800"/>
                        <a:t> P 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rPr lang="en-US" sz="1800"/>
                        <a:t>Computer</a:t>
                      </a:r>
                      <a:r>
                        <a:rPr lang="en-US" sz="1800"/>
                        <a:t> Science, II UG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Research &amp; Problem Analysis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0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Karthini</a:t>
                      </a:r>
                      <a:r>
                        <a:rPr lang="en-US" sz="1800"/>
                        <a:t> 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rPr lang="en-US" sz="1800"/>
                        <a:t>Computer</a:t>
                      </a:r>
                      <a:r>
                        <a:rPr lang="en-US" sz="1800"/>
                        <a:t> Science, II UG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Design</a:t>
                      </a:r>
                      <a:r>
                        <a:rPr lang="en-US" sz="1800"/>
                        <a:t> &amp; UI/UX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0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Ann</a:t>
                      </a:r>
                      <a:r>
                        <a:rPr lang="en-US" sz="1800"/>
                        <a:t> Jyostna 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rPr lang="en-US" sz="1800"/>
                        <a:t>Computer</a:t>
                      </a:r>
                      <a:r>
                        <a:rPr lang="en-US" sz="1800"/>
                        <a:t> Science, II UG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Feasibility &amp; Impact Study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0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Jayapriya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rPr lang="en-US" sz="1800"/>
                        <a:t>Computer</a:t>
                      </a:r>
                      <a:r>
                        <a:rPr lang="en-US" sz="1800"/>
                        <a:t> Science, II UG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Work</a:t>
                      </a:r>
                      <a:r>
                        <a:rPr lang="en-US" sz="1800"/>
                        <a:t> plan &amp;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Documentation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0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Inas</a:t>
                      </a:r>
                      <a:r>
                        <a:rPr lang="en-US" sz="1800"/>
                        <a:t> Fathima 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wentieth Century"/>
                        <a:buNone/>
                      </a:pPr>
                      <a:r>
                        <a:rPr lang="en-US" sz="1800"/>
                        <a:t>Computer</a:t>
                      </a:r>
                      <a:r>
                        <a:rPr lang="en-US" sz="1800"/>
                        <a:t> Science, II UG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Support/Q&amp;A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0" name="Google Shape;110;p1"/>
          <p:cNvSpPr/>
          <p:nvPr/>
        </p:nvSpPr>
        <p:spPr>
          <a:xfrm>
            <a:off x="744688" y="1180593"/>
            <a:ext cx="73275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1582100" y="1174250"/>
            <a:ext cx="7594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317050" y="863038"/>
            <a:ext cx="8182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Name: Tech Shapers                                      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Project Name: CareFlow – AI Smart Interaction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4953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   </a:t>
            </a:r>
            <a:r>
              <a:rPr lang="en-US" sz="4000"/>
              <a:t>INDUSTRY &amp; INNOVATION</a:t>
            </a:r>
            <a:endParaRPr/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612648" y="1743075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Industry Focus: AI Interaction Systems &amp; Workflow Management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Innovation Type: Platform + Process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Innovation: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  </a:t>
            </a:r>
            <a:r>
              <a:rPr lang="en-US" sz="1400"/>
              <a:t>- </a:t>
            </a:r>
            <a:r>
              <a:rPr lang="en-US" sz="2200"/>
              <a:t>AI Chatbot with voice &amp; text interaction</a:t>
            </a:r>
            <a:endParaRPr sz="2400"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  - Real-time guidance for users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  - Context-aware AI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  - Adaptive workflow support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Special Feature: </a:t>
            </a:r>
            <a:r>
              <a:rPr lang="en-US" sz="2700"/>
              <a:t>Integrates AI intelligence, voice-enabled interaction, and real-time dynamic guidance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wentieth Century"/>
              <a:buNone/>
            </a:pPr>
            <a:r>
              <a:rPr lang="en-US" sz="3200"/>
              <a:t>CAPITALIZATION / INVESTMENT PROPOSAL</a:t>
            </a:r>
            <a:endParaRPr/>
          </a:p>
        </p:txBody>
      </p:sp>
      <p:sp>
        <p:nvSpPr>
          <p:cNvPr id="124" name="Google Shape;124;p3"/>
          <p:cNvSpPr txBox="1"/>
          <p:nvPr>
            <p:ph idx="1" type="body"/>
          </p:nvPr>
        </p:nvSpPr>
        <p:spPr>
          <a:xfrm>
            <a:off x="612648" y="19050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Problem: </a:t>
            </a:r>
            <a:r>
              <a:rPr lang="en-US" sz="2600"/>
              <a:t>Long and unpredictable waiting times,systems are static and non-interactive</a:t>
            </a:r>
            <a:endParaRPr sz="2300"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Target Market: Small &amp; Medium hospitals, Clinics, Diagnostic centres</a:t>
            </a:r>
            <a:endParaRPr sz="2400"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Revenue Model: Subscription / Licensing for hosiptals &amp;clinics</a:t>
            </a:r>
            <a:endParaRPr/>
          </a:p>
          <a:p>
            <a:pPr indent="-274320" lvl="1" marL="274320" rtl="0" algn="l">
              <a:spcBef>
                <a:spcPts val="580"/>
              </a:spcBef>
              <a:spcAft>
                <a:spcPts val="0"/>
              </a:spcAft>
              <a:buClr>
                <a:schemeClr val="accent2"/>
              </a:buClr>
              <a:buSzPts val="1680"/>
              <a:buChar char="🞑"/>
            </a:pPr>
            <a:r>
              <a:rPr lang="en-US" sz="2400"/>
              <a:t>Partnerships with Government &amp; Private hospitals</a:t>
            </a:r>
            <a:endParaRPr sz="2400"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n-US" sz="2400"/>
              <a:t>Value Proposition: Dynamic AI guidance → faster, smoother,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Investment Appeal: Low deployment cost, Expansion-ready platform beyond healthcare</a:t>
            </a:r>
            <a:endParaRPr sz="1800"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654908" y="804672"/>
            <a:ext cx="80318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wentieth Century"/>
              <a:buNone/>
            </a:pPr>
            <a:r>
              <a:rPr lang="en-US" sz="3600"/>
              <a:t>Pre-Feasibility Study</a:t>
            </a:r>
            <a:br>
              <a:rPr lang="en-US" sz="3200"/>
            </a:br>
            <a:r>
              <a:rPr lang="en-US" sz="2800"/>
              <a:t>Solution: CareFlow – Smart AI Interaction Platform</a:t>
            </a:r>
            <a:br>
              <a:rPr lang="en-US" sz="3200"/>
            </a:br>
            <a:endParaRPr sz="3200"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731108" y="1696453"/>
            <a:ext cx="8031892" cy="4670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080"/>
              <a:buChar char="◻"/>
            </a:pPr>
            <a:r>
              <a:rPr b="1" lang="en-US" sz="1800"/>
              <a:t>Core Features:</a:t>
            </a:r>
            <a:endParaRPr b="1" sz="1800"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A Smart Appointment &amp; Virtual Waiting System that: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Allows patients to book and check in digitally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Shows real-time waiting status using notifications or color signals</a:t>
            </a:r>
            <a:endParaRPr/>
          </a:p>
          <a:p>
            <a:pPr indent="-264160" lvl="0" marL="320040" rtl="0" algn="l">
              <a:spcBef>
                <a:spcPts val="640"/>
              </a:spcBef>
              <a:spcAft>
                <a:spcPts val="0"/>
              </a:spcAft>
              <a:buSzPts val="200"/>
              <a:buChar char="◻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Digital Medical Records,Prescriptions &amp; medicine delivery</a:t>
            </a:r>
            <a:endParaRPr sz="1400"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Helps clinics manage patient flow efficiently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b="1" lang="en-US" sz="1800"/>
              <a:t>Feasibility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Technical: Web-based, uses existing AI tools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Operational: Integrates easily into workflows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Economic: Low-cost, subscription model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b="1" lang="en-US" sz="1800"/>
              <a:t>Impact: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Reduces user waiting &amp; confusion</a:t>
            </a:r>
            <a:endParaRPr/>
          </a:p>
          <a:p>
            <a:pPr indent="-320040" lvl="0" marL="320040" rtl="0" algn="l">
              <a:spcBef>
                <a:spcPts val="640"/>
              </a:spcBef>
              <a:spcAft>
                <a:spcPts val="0"/>
              </a:spcAft>
              <a:buSzPts val="1080"/>
              <a:buChar char="◻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Eliminates confusion through real-time guidance</a:t>
            </a:r>
            <a:endParaRPr sz="1500"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Makes interaction natural &amp; intuitive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None/>
            </a:pPr>
            <a:r>
              <a:rPr lang="en-US" sz="1800"/>
              <a:t>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1266825" y="311343"/>
            <a:ext cx="7772400" cy="825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           WORK PLAN</a:t>
            </a:r>
            <a:endParaRPr/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914400" y="1671140"/>
            <a:ext cx="7772400" cy="458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080"/>
              <a:buChar char="◻"/>
            </a:pPr>
            <a:r>
              <a:rPr b="1" lang="en-US" sz="1800"/>
              <a:t>Work Plan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Study workflows &amp; identify bottlenecks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Design AI logic &amp; conversation flows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Develop chatbot with voice &amp; text support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Test prototype &amp; refine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Prepare deployment &amp; demo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b="1" lang="en-US" sz="1800"/>
              <a:t>Division of Roles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Team Lead – Coordination &amp; presentation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Research &amp; Analysis – Workflows &amp; problem study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Design &amp; UI/UX – Chatbot flow &amp; interface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Feasibility &amp; Impact – Technical &amp; operational check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Documentation – Reports &amp; slides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080"/>
              <a:buChar char="◻"/>
            </a:pPr>
            <a:r>
              <a:rPr lang="en-US" sz="1800"/>
              <a:t>Support / QA – Testing &amp; demo assistance</a:t>
            </a:r>
            <a:endParaRPr/>
          </a:p>
          <a:p>
            <a:pPr indent="-251460" lvl="0" marL="320040" rtl="0" algn="l">
              <a:spcBef>
                <a:spcPts val="70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914400" y="274638"/>
            <a:ext cx="7772400" cy="812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wentieth Century"/>
              <a:buNone/>
            </a:pPr>
            <a:r>
              <a:rPr lang="en-US" sz="3200"/>
              <a:t>ENGAGEMENT WITH HACKATHON EXPERTS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914400" y="1766673"/>
            <a:ext cx="7772400" cy="4491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◻"/>
            </a:pPr>
            <a:r>
              <a:rPr b="1" lang="en-US" sz="2000"/>
              <a:t>Mentorship Focus: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  - AI Experts → chatbot logic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  - UX/UI Experts → interface &amp; usability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  - Workflow Specialists → optimize guidance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Expected Outcomes: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  - Smarter AI, better usability, optimized workflow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  - Scalable platform for multiple environments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b="1" lang="en-US" sz="2000"/>
              <a:t>Conclusion: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 CareFlow guides users in real time, reduces delays, and simplifies workflows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en-US" sz="2000"/>
              <a:t>“CareFlow makes digital interaction intelligent, smooth, and user-friendly”</a:t>
            </a:r>
            <a:endParaRPr/>
          </a:p>
          <a:p>
            <a:pPr indent="-228600" lvl="0" marL="320040" rtl="0" algn="l"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a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Hema Sanjay</dc:creator>
</cp:coreProperties>
</file>