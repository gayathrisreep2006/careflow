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67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3602"/>
          </a:xfrm>
        </p:spPr>
        <p:txBody>
          <a:bodyPr>
            <a:normAutofit/>
          </a:bodyPr>
          <a:lstStyle/>
          <a:p>
            <a:r>
              <a:rPr sz="3600"/>
              <a:t>TRACK III – Pre-Hackathon | Team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7720" y="1451431"/>
            <a:ext cx="634571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Team Name</a:t>
            </a:r>
            <a:r>
              <a:rPr i="1"/>
              <a:t>: Tech Shapers</a:t>
            </a:r>
          </a:p>
          <a:p>
            <a:r>
              <a:t>Team Leader: </a:t>
            </a:r>
            <a:r>
              <a:rPr i="1"/>
              <a:t>Gayathrisree P (BCA – II Year)</a:t>
            </a:r>
          </a:p>
          <a:p>
            <a:r>
              <a:t>Institution:</a:t>
            </a:r>
            <a:r>
              <a:rPr lang="en-US" dirty="0"/>
              <a:t> Sri Ramakrishna </a:t>
            </a:r>
            <a:r>
              <a:rPr i="1"/>
              <a:t>College of Arts and Science for Women's</a:t>
            </a:r>
          </a:p>
          <a:p>
            <a:r>
              <a:t>Contact Email: 241cb009@srcw.ac.in | WhatsApp: 6374349771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7720" y="2651760"/>
          <a:ext cx="75895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47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Faculty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 in the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207">
                <a:tc>
                  <a:txBody>
                    <a:bodyPr/>
                    <a:lstStyle/>
                    <a:p>
                      <a:r>
                        <a:t>Gayathrisree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Science,II</a:t>
                      </a:r>
                      <a:r>
                        <a:rPr lang="en-US" baseline="0" dirty="0"/>
                        <a:t> UG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 Lead</a:t>
                      </a:r>
                      <a:r>
                        <a:rPr lang="en-US" dirty="0"/>
                        <a:t>,</a:t>
                      </a:r>
                      <a:r>
                        <a:rPr lang="en-US" dirty="0" err="1"/>
                        <a:t>Idea,Pitcher</a:t>
                      </a:r>
                      <a:r>
                        <a:t> &amp;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207">
                <a:tc>
                  <a:txBody>
                    <a:bodyPr/>
                    <a:lstStyle/>
                    <a:p>
                      <a:r>
                        <a:rPr lang="en-US" dirty="0" err="1"/>
                        <a:t>Kaviya</a:t>
                      </a:r>
                      <a:r>
                        <a:rPr lang="en-US" baseline="0" dirty="0"/>
                        <a:t> P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Computer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Science,II</a:t>
                      </a:r>
                      <a:r>
                        <a:rPr lang="en-US" baseline="0" dirty="0"/>
                        <a:t> UG</a:t>
                      </a:r>
                      <a:endParaRPr lang="en-US" dirty="0"/>
                    </a:p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Research &amp; Problem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207">
                <a:tc>
                  <a:txBody>
                    <a:bodyPr/>
                    <a:lstStyle/>
                    <a:p>
                      <a:r>
                        <a:rPr lang="en-US" dirty="0" err="1"/>
                        <a:t>Karthini</a:t>
                      </a:r>
                      <a:r>
                        <a:rPr lang="en-US" baseline="0" dirty="0"/>
                        <a:t> 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Computer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Science,II</a:t>
                      </a:r>
                      <a:r>
                        <a:rPr lang="en-US" baseline="0" dirty="0"/>
                        <a:t> UG</a:t>
                      </a:r>
                      <a:endParaRPr lang="en-US" dirty="0"/>
                    </a:p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Solution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207">
                <a:tc>
                  <a:txBody>
                    <a:bodyPr/>
                    <a:lstStyle/>
                    <a:p>
                      <a:r>
                        <a:t>M</a:t>
                      </a:r>
                      <a:r>
                        <a:rPr lang="en-US" dirty="0" err="1"/>
                        <a:t>eenachi</a:t>
                      </a:r>
                      <a:r>
                        <a:rPr lang="en-US" baseline="0" dirty="0"/>
                        <a:t> V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Computer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Science,II</a:t>
                      </a:r>
                      <a:r>
                        <a:rPr lang="en-US" baseline="0" dirty="0"/>
                        <a:t> UG</a:t>
                      </a:r>
                      <a:endParaRPr lang="en-US" dirty="0"/>
                    </a:p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Feasibility &amp; Impact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207">
                <a:tc>
                  <a:txBody>
                    <a:bodyPr/>
                    <a:lstStyle/>
                    <a:p>
                      <a:r>
                        <a:rPr lang="en-US" dirty="0" err="1"/>
                        <a:t>Jayapriya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Computer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Science,II</a:t>
                      </a:r>
                      <a:r>
                        <a:rPr lang="en-US" baseline="0" dirty="0"/>
                        <a:t> UG</a:t>
                      </a:r>
                      <a:endParaRPr lang="en-US" dirty="0"/>
                    </a:p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Work Plan &amp;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592">
                <a:tc>
                  <a:txBody>
                    <a:bodyPr/>
                    <a:lstStyle/>
                    <a:p>
                      <a:r>
                        <a:rPr lang="en-US" dirty="0" err="1"/>
                        <a:t>Shalini</a:t>
                      </a:r>
                      <a:r>
                        <a:rPr lang="en-US" baseline="0" dirty="0"/>
                        <a:t> B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Computer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Science,II</a:t>
                      </a:r>
                      <a:r>
                        <a:rPr lang="en-US" baseline="0" dirty="0"/>
                        <a:t> UG</a:t>
                      </a:r>
                      <a:endParaRPr lang="en-US" dirty="0"/>
                    </a:p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</a:t>
                      </a:r>
                      <a:r>
                        <a:rPr lang="en-US" baseline="0" dirty="0"/>
                        <a:t>s &amp; Support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/>
              <a:t>Industry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7924800" cy="4038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Industry : Healthcare</a:t>
            </a:r>
          </a:p>
          <a:p>
            <a:pPr>
              <a:buNone/>
            </a:pPr>
            <a:r>
              <a:rPr lang="en-US" sz="2400" dirty="0"/>
              <a:t>Innovation Type : Platform + Process Innovation</a:t>
            </a:r>
          </a:p>
          <a:p>
            <a:pPr>
              <a:buNone/>
            </a:pPr>
            <a:r>
              <a:rPr lang="en-US" sz="2400" dirty="0"/>
              <a:t>The Innovation: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Smart digital appointment system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Real-time queue management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Matches patient arrival with doctor availability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Reduces waiting time and overcrowding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Improves patient experience and hospital efficiency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3602"/>
          </a:xfrm>
        </p:spPr>
        <p:txBody>
          <a:bodyPr>
            <a:normAutofit/>
          </a:bodyPr>
          <a:lstStyle/>
          <a:p>
            <a:r>
              <a:rPr sz="3600"/>
              <a:t>Capitalization / Investment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83080"/>
            <a:ext cx="8229600" cy="4343083"/>
          </a:xfrm>
        </p:spPr>
        <p:txBody>
          <a:bodyPr>
            <a:normAutofit/>
          </a:bodyPr>
          <a:lstStyle/>
          <a:p>
            <a:r>
              <a:rPr lang="en-US" sz="2400" dirty="0"/>
              <a:t>Problem: Long waiting times due to inefficient appointment systems</a:t>
            </a:r>
          </a:p>
          <a:p>
            <a:r>
              <a:rPr lang="en-US" sz="2400" dirty="0"/>
              <a:t>This leads to dissatisfaction and operational losses.</a:t>
            </a:r>
          </a:p>
          <a:p>
            <a:pPr lvl="1"/>
            <a:r>
              <a:rPr lang="en-US" sz="2400" dirty="0"/>
              <a:t>Value: Improved patient satisfaction and doctor utilization</a:t>
            </a:r>
          </a:p>
          <a:p>
            <a:pPr lvl="1"/>
            <a:r>
              <a:rPr lang="en-US" sz="2400" dirty="0"/>
              <a:t>Revenue: Subscription &amp; licensing model for hospitals and clinic</a:t>
            </a:r>
          </a:p>
          <a:p>
            <a:pPr lvl="1"/>
            <a:r>
              <a:rPr lang="en-US" sz="2400" dirty="0"/>
              <a:t>Partnerships with Government &amp; Private hospitals</a:t>
            </a:r>
          </a:p>
          <a:p>
            <a:pPr lvl="1"/>
            <a:r>
              <a:rPr lang="en-US" sz="2400" dirty="0"/>
              <a:t>Target Market: Small &amp; Medium Hospitals, Clinics, Diagnostic centers</a:t>
            </a:r>
          </a:p>
          <a:p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/>
              <a:t>Pre-Feasibility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45920"/>
            <a:ext cx="8229600" cy="448024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2400" b="1" dirty="0"/>
              <a:t>Feasibility</a:t>
            </a:r>
          </a:p>
          <a:p>
            <a:pPr>
              <a:buNone/>
            </a:pPr>
            <a:r>
              <a:rPr lang="en-US" sz="2400" dirty="0"/>
              <a:t>Utilizes existing digital infrastructure (web/mobile).</a:t>
            </a:r>
          </a:p>
          <a:p>
            <a:pPr>
              <a:buNone/>
            </a:pPr>
            <a:r>
              <a:rPr lang="en-US" sz="2400" dirty="0"/>
              <a:t>Easy integration with hospital workflows.</a:t>
            </a:r>
          </a:p>
          <a:p>
            <a:pPr>
              <a:buNone/>
            </a:pPr>
            <a:r>
              <a:rPr lang="en-US" sz="2400" dirty="0"/>
              <a:t>Scalable for clinics and large hospitals.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Impact</a:t>
            </a:r>
          </a:p>
          <a:p>
            <a:pPr>
              <a:buNone/>
            </a:pPr>
            <a:r>
              <a:rPr lang="en-US" sz="2400" dirty="0"/>
              <a:t>Reduces patient waiting time significantly.</a:t>
            </a:r>
          </a:p>
          <a:p>
            <a:pPr>
              <a:buNone/>
            </a:pPr>
            <a:r>
              <a:rPr lang="en-US" sz="2400" dirty="0"/>
              <a:t>Improves patient flow and comfort.</a:t>
            </a:r>
          </a:p>
          <a:p>
            <a:pPr>
              <a:buNone/>
            </a:pPr>
            <a:r>
              <a:rPr lang="en-US" sz="2400" dirty="0"/>
              <a:t>Increases staff productivity.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Timeframe</a:t>
            </a:r>
          </a:p>
          <a:p>
            <a:pPr>
              <a:buNone/>
            </a:pPr>
            <a:r>
              <a:rPr lang="en-US" sz="2400" dirty="0"/>
              <a:t>Prototype: 2–3 months.</a:t>
            </a:r>
          </a:p>
          <a:p>
            <a:pPr>
              <a:buNone/>
            </a:pPr>
            <a:r>
              <a:rPr lang="en-US" sz="2400" dirty="0"/>
              <a:t>Pilot implementation: 3–6 months.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/>
              <a:t>Risks &amp; Mitigation</a:t>
            </a:r>
          </a:p>
          <a:p>
            <a:pPr>
              <a:buNone/>
            </a:pPr>
            <a:r>
              <a:rPr lang="en-US" sz="2400" dirty="0"/>
              <a:t>Resistance to change: Provide training and </a:t>
            </a:r>
            <a:r>
              <a:rPr lang="en-US" sz="2400" dirty="0" err="1"/>
              <a:t>onboarding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dirty="0"/>
              <a:t>Data accuracy issues: Implement automated updates and alerts.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68998"/>
          </a:xfrm>
        </p:spPr>
        <p:txBody>
          <a:bodyPr>
            <a:normAutofit/>
          </a:bodyPr>
          <a:lstStyle/>
          <a:p>
            <a:r>
              <a:rPr sz="3600"/>
              <a:t>Work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6400"/>
            <a:ext cx="8229600" cy="44497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/>
              <a:t>Work Plan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Study current hospital appointment workflows.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Identify bottlenecks and pain points.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Design smart queue and appointment logic.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Analyze feasibility and expected impact.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Prepare prototype and final pitch.</a:t>
            </a:r>
          </a:p>
          <a:p>
            <a:pPr>
              <a:buNone/>
            </a:pPr>
            <a:r>
              <a:rPr lang="en-US" b="1" dirty="0"/>
              <a:t>Division of Roles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Team Lead: Coordination &amp; pitching.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Research: Industry and problem analysis.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Design: Solution flow and visuals.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Feasibility: Cost, impact, and risk analysis.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Documentation: Reports and PPT preparation.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Support: Q&amp;A and presentation assistance.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sz="3600"/>
              <a:t>Engagement with Hackathon Experts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69720"/>
            <a:ext cx="8229600" cy="455644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b="1" dirty="0"/>
              <a:t>Planned Engagement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Healthcare Experts: Validate hospital workflows and pain points.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Technology Mentors: Guide on platform feasibility and technical design.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Business Mentors: Refine revenue model, ROI, and investment strategy.</a:t>
            </a:r>
          </a:p>
          <a:p>
            <a:pPr>
              <a:buNone/>
            </a:pPr>
            <a:r>
              <a:rPr lang="en-US" sz="2400" b="1" dirty="0"/>
              <a:t>Expected Outcomes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Stronger validation of the idea.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Improved feasibility and scalability.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/>
              <a:t>Market-ready and well-structured innovation approach.</a:t>
            </a:r>
            <a:endParaRPr sz="24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75</TotalTime>
  <Words>416</Words>
  <Application>Microsoft Office PowerPoint</Application>
  <PresentationFormat>On-screen Show (4:3)</PresentationFormat>
  <Paragraphs>80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Median</vt:lpstr>
      <vt:lpstr>TRACK III – Pre-Hackathon | Team Profile</vt:lpstr>
      <vt:lpstr>Industry &amp; Innovation</vt:lpstr>
      <vt:lpstr>Capitalization / Investment Proposal</vt:lpstr>
      <vt:lpstr>Pre-Feasibility Study</vt:lpstr>
      <vt:lpstr>Work Plan</vt:lpstr>
      <vt:lpstr>Engagement with Hackathon Experts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III – Pre-Hackathon | Team Profile</dc:title>
  <dc:creator>Hema Sanjay</dc:creator>
  <dc:description>generated using python-pptx</dc:description>
  <cp:lastModifiedBy>Sarnitha Sree Sarnitha Sree</cp:lastModifiedBy>
  <cp:revision>10</cp:revision>
  <dcterms:created xsi:type="dcterms:W3CDTF">2013-01-27T09:14:16Z</dcterms:created>
  <dcterms:modified xsi:type="dcterms:W3CDTF">2025-12-29T11:37:56Z</dcterms:modified>
</cp:coreProperties>
</file>